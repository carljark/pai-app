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sldIdLst>
    <p:sldId id="256" r:id="rId3"/>
    <p:sldId id="267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BD62E5-EBF1-4515-9EE6-E97B4A787533}" v="6" dt="2026-05-05T07:09:44.7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596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IA BAEZA CARACENA" userId="14c478fc-1822-42f4-8377-b6860b872fe9" providerId="ADAL" clId="{EC48218E-6084-4E63-8456-46DB96250E47}"/>
    <pc:docChg chg="addSld modSld">
      <pc:chgData name="ANTONIA BAEZA CARACENA" userId="14c478fc-1822-42f4-8377-b6860b872fe9" providerId="ADAL" clId="{EC48218E-6084-4E63-8456-46DB96250E47}" dt="2026-05-05T07:09:49.905" v="55" actId="6549"/>
      <pc:docMkLst>
        <pc:docMk/>
      </pc:docMkLst>
      <pc:sldChg chg="addSp modSp mod">
        <pc:chgData name="ANTONIA BAEZA CARACENA" userId="14c478fc-1822-42f4-8377-b6860b872fe9" providerId="ADAL" clId="{EC48218E-6084-4E63-8456-46DB96250E47}" dt="2026-05-05T07:09:49.905" v="55" actId="6549"/>
        <pc:sldMkLst>
          <pc:docMk/>
          <pc:sldMk cId="0" sldId="256"/>
        </pc:sldMkLst>
        <pc:spChg chg="mod">
          <ac:chgData name="ANTONIA BAEZA CARACENA" userId="14c478fc-1822-42f4-8377-b6860b872fe9" providerId="ADAL" clId="{EC48218E-6084-4E63-8456-46DB96250E47}" dt="2026-05-05T07:09:49.905" v="55" actId="6549"/>
          <ac:spMkLst>
            <pc:docMk/>
            <pc:sldMk cId="0" sldId="256"/>
            <ac:spMk id="3" creationId="{00000000-0000-0000-0000-000000000000}"/>
          </ac:spMkLst>
        </pc:spChg>
        <pc:spChg chg="add mod">
          <ac:chgData name="ANTONIA BAEZA CARACENA" userId="14c478fc-1822-42f4-8377-b6860b872fe9" providerId="ADAL" clId="{EC48218E-6084-4E63-8456-46DB96250E47}" dt="2026-05-05T07:09:29.580" v="50"/>
          <ac:spMkLst>
            <pc:docMk/>
            <pc:sldMk cId="0" sldId="256"/>
            <ac:spMk id="4" creationId="{FE34637E-AFA7-0ACE-370E-269896EA8631}"/>
          </ac:spMkLst>
        </pc:spChg>
      </pc:sldChg>
      <pc:sldChg chg="addSp modSp mod">
        <pc:chgData name="ANTONIA BAEZA CARACENA" userId="14c478fc-1822-42f4-8377-b6860b872fe9" providerId="ADAL" clId="{EC48218E-6084-4E63-8456-46DB96250E47}" dt="2026-05-05T07:09:15.998" v="49" actId="14100"/>
        <pc:sldMkLst>
          <pc:docMk/>
          <pc:sldMk cId="685373526" sldId="266"/>
        </pc:sldMkLst>
        <pc:spChg chg="add mod">
          <ac:chgData name="ANTONIA BAEZA CARACENA" userId="14c478fc-1822-42f4-8377-b6860b872fe9" providerId="ADAL" clId="{EC48218E-6084-4E63-8456-46DB96250E47}" dt="2026-05-05T07:09:15.998" v="49" actId="14100"/>
          <ac:spMkLst>
            <pc:docMk/>
            <pc:sldMk cId="685373526" sldId="266"/>
            <ac:spMk id="4" creationId="{8790AF6D-C250-5C33-8E5E-68ABA5A3C841}"/>
          </ac:spMkLst>
        </pc:spChg>
      </pc:sldChg>
      <pc:sldChg chg="delSp modSp add mod setBg">
        <pc:chgData name="ANTONIA BAEZA CARACENA" userId="14c478fc-1822-42f4-8377-b6860b872fe9" providerId="ADAL" clId="{EC48218E-6084-4E63-8456-46DB96250E47}" dt="2026-05-05T07:09:44.738" v="54" actId="478"/>
        <pc:sldMkLst>
          <pc:docMk/>
          <pc:sldMk cId="3821679581" sldId="267"/>
        </pc:sldMkLst>
        <pc:spChg chg="mod">
          <ac:chgData name="ANTONIA BAEZA CARACENA" userId="14c478fc-1822-42f4-8377-b6860b872fe9" providerId="ADAL" clId="{EC48218E-6084-4E63-8456-46DB96250E47}" dt="2026-05-05T07:09:36.503" v="52"/>
          <ac:spMkLst>
            <pc:docMk/>
            <pc:sldMk cId="3821679581" sldId="267"/>
            <ac:spMk id="2" creationId="{02464BB4-A28E-8364-0E36-53EBA162E261}"/>
          </ac:spMkLst>
        </pc:spChg>
        <pc:spChg chg="mod">
          <ac:chgData name="ANTONIA BAEZA CARACENA" userId="14c478fc-1822-42f4-8377-b6860b872fe9" providerId="ADAL" clId="{EC48218E-6084-4E63-8456-46DB96250E47}" dt="2026-05-05T07:09:36.503" v="52"/>
          <ac:spMkLst>
            <pc:docMk/>
            <pc:sldMk cId="3821679581" sldId="267"/>
            <ac:spMk id="3" creationId="{934F32C5-32F1-E09D-9E47-E072A6CF0AF0}"/>
          </ac:spMkLst>
        </pc:spChg>
        <pc:spChg chg="del mod">
          <ac:chgData name="ANTONIA BAEZA CARACENA" userId="14c478fc-1822-42f4-8377-b6860b872fe9" providerId="ADAL" clId="{EC48218E-6084-4E63-8456-46DB96250E47}" dt="2026-05-05T07:09:44.738" v="54" actId="478"/>
          <ac:spMkLst>
            <pc:docMk/>
            <pc:sldMk cId="3821679581" sldId="267"/>
            <ac:spMk id="4" creationId="{C28DC0A5-BBAD-1895-1A13-E424385A403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B88E88-B41F-FC81-1473-3F26938E0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A5A08B-7010-E210-B841-0EB85F6EE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EA5863-66FD-6C27-EA60-F7464CBA5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558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610D25-7D60-A714-1979-EF7523F5B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67CA85-A7BB-327A-904E-E0EE019DE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5465197-B1EF-077C-09F0-0F2F5AC87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376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07159F-1C15-99AB-90B1-546FC2184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1E3DFF-9CE1-FB2E-CD06-0E1654E40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9772BC-682E-CF7C-FA2B-0ABE97F26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558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fecha 3">
            <a:extLst>
              <a:ext uri="{FF2B5EF4-FFF2-40B4-BE49-F238E27FC236}">
                <a16:creationId xmlns:a16="http://schemas.microsoft.com/office/drawing/2014/main" id="{D9149BB0-8CAE-8332-BCD5-0A4C6940B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Marcador de pie de página 4">
            <a:extLst>
              <a:ext uri="{FF2B5EF4-FFF2-40B4-BE49-F238E27FC236}">
                <a16:creationId xmlns:a16="http://schemas.microsoft.com/office/drawing/2014/main" id="{EA348B1B-ABD1-CEA1-38E5-A47CB229E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6576FED3-0641-BD6E-B62E-D59E0A95F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408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7" name="Marcador de fecha 3">
            <a:extLst>
              <a:ext uri="{FF2B5EF4-FFF2-40B4-BE49-F238E27FC236}">
                <a16:creationId xmlns:a16="http://schemas.microsoft.com/office/drawing/2014/main" id="{8139971B-1AED-FD26-0138-50BFC5319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Marcador de pie de página 4">
            <a:extLst>
              <a:ext uri="{FF2B5EF4-FFF2-40B4-BE49-F238E27FC236}">
                <a16:creationId xmlns:a16="http://schemas.microsoft.com/office/drawing/2014/main" id="{228DB557-9B90-F55F-F3F8-9CBE41B12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Marcador de número de diapositiva 5">
            <a:extLst>
              <a:ext uri="{FF2B5EF4-FFF2-40B4-BE49-F238E27FC236}">
                <a16:creationId xmlns:a16="http://schemas.microsoft.com/office/drawing/2014/main" id="{5E926821-7858-1CF2-44FF-CBE6A02F2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534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fecha 3">
            <a:extLst>
              <a:ext uri="{FF2B5EF4-FFF2-40B4-BE49-F238E27FC236}">
                <a16:creationId xmlns:a16="http://schemas.microsoft.com/office/drawing/2014/main" id="{E194D6C0-98C5-46F6-B097-F5E5DBE93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94707FD8-9A0F-5CB0-D031-679D7DC96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4FBAC285-4060-3724-CC9D-AA8BE8888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845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3">
            <a:extLst>
              <a:ext uri="{FF2B5EF4-FFF2-40B4-BE49-F238E27FC236}">
                <a16:creationId xmlns:a16="http://schemas.microsoft.com/office/drawing/2014/main" id="{C732395F-B6C5-88FE-D4D5-6B6761066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Marcador de pie de página 4">
            <a:extLst>
              <a:ext uri="{FF2B5EF4-FFF2-40B4-BE49-F238E27FC236}">
                <a16:creationId xmlns:a16="http://schemas.microsoft.com/office/drawing/2014/main" id="{599CBE0A-BE40-C376-948D-2BB261233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F03D7501-0BA4-8354-65EB-77E3487B4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734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3">
            <a:extLst>
              <a:ext uri="{FF2B5EF4-FFF2-40B4-BE49-F238E27FC236}">
                <a16:creationId xmlns:a16="http://schemas.microsoft.com/office/drawing/2014/main" id="{0FD7FB50-D3B4-DC8C-6685-A52FCD8CF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Marcador de pie de página 4">
            <a:extLst>
              <a:ext uri="{FF2B5EF4-FFF2-40B4-BE49-F238E27FC236}">
                <a16:creationId xmlns:a16="http://schemas.microsoft.com/office/drawing/2014/main" id="{165ED710-8BE8-F228-C772-040D25DC6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3D1CA460-E5FC-F280-7E86-17A092889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675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_tradnl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3">
            <a:extLst>
              <a:ext uri="{FF2B5EF4-FFF2-40B4-BE49-F238E27FC236}">
                <a16:creationId xmlns:a16="http://schemas.microsoft.com/office/drawing/2014/main" id="{37F00CF2-9E15-C008-B3F4-5145A88A5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Marcador de pie de página 4">
            <a:extLst>
              <a:ext uri="{FF2B5EF4-FFF2-40B4-BE49-F238E27FC236}">
                <a16:creationId xmlns:a16="http://schemas.microsoft.com/office/drawing/2014/main" id="{95629F73-6D30-40FA-73FF-46909321A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430C5A15-4BDA-D8C4-134E-05E87A80B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78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BCB52F-89DB-B2E4-8DD4-082053EF7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7D5062-F655-8C3E-F3EA-8D57260D0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23E8B3-51DD-0BB7-4F86-807B82BEB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700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47373F-814D-6985-261F-4434A695E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5F03EB-84BB-6C03-F84E-FD59D97FC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B1BCD67-307C-481F-D371-A3E2F4708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2291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B88E88-B41F-FC81-1473-3F26938E0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A5A08B-7010-E210-B841-0EB85F6EE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EA5863-66FD-6C27-EA60-F7464CBA5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166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610D25-7D60-A714-1979-EF7523F5B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67CA85-A7BB-327A-904E-E0EE019DE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5465197-B1EF-077C-09F0-0F2F5AC87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2784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07159F-1C15-99AB-90B1-546FC2184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1E3DFF-9CE1-FB2E-CD06-0E1654E40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9772BC-682E-CF7C-FA2B-0ABE97F26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5513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fecha 3">
            <a:extLst>
              <a:ext uri="{FF2B5EF4-FFF2-40B4-BE49-F238E27FC236}">
                <a16:creationId xmlns:a16="http://schemas.microsoft.com/office/drawing/2014/main" id="{D9149BB0-8CAE-8332-BCD5-0A4C6940B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Marcador de pie de página 4">
            <a:extLst>
              <a:ext uri="{FF2B5EF4-FFF2-40B4-BE49-F238E27FC236}">
                <a16:creationId xmlns:a16="http://schemas.microsoft.com/office/drawing/2014/main" id="{EA348B1B-ABD1-CEA1-38E5-A47CB229E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6576FED3-0641-BD6E-B62E-D59E0A95F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1122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7" name="Marcador de fecha 3">
            <a:extLst>
              <a:ext uri="{FF2B5EF4-FFF2-40B4-BE49-F238E27FC236}">
                <a16:creationId xmlns:a16="http://schemas.microsoft.com/office/drawing/2014/main" id="{8139971B-1AED-FD26-0138-50BFC5319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Marcador de pie de página 4">
            <a:extLst>
              <a:ext uri="{FF2B5EF4-FFF2-40B4-BE49-F238E27FC236}">
                <a16:creationId xmlns:a16="http://schemas.microsoft.com/office/drawing/2014/main" id="{228DB557-9B90-F55F-F3F8-9CBE41B12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Marcador de número de diapositiva 5">
            <a:extLst>
              <a:ext uri="{FF2B5EF4-FFF2-40B4-BE49-F238E27FC236}">
                <a16:creationId xmlns:a16="http://schemas.microsoft.com/office/drawing/2014/main" id="{5E926821-7858-1CF2-44FF-CBE6A02F2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6452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fecha 3">
            <a:extLst>
              <a:ext uri="{FF2B5EF4-FFF2-40B4-BE49-F238E27FC236}">
                <a16:creationId xmlns:a16="http://schemas.microsoft.com/office/drawing/2014/main" id="{E194D6C0-98C5-46F6-B097-F5E5DBE93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94707FD8-9A0F-5CB0-D031-679D7DC96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4FBAC285-4060-3724-CC9D-AA8BE8888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6245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3">
            <a:extLst>
              <a:ext uri="{FF2B5EF4-FFF2-40B4-BE49-F238E27FC236}">
                <a16:creationId xmlns:a16="http://schemas.microsoft.com/office/drawing/2014/main" id="{C732395F-B6C5-88FE-D4D5-6B6761066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Marcador de pie de página 4">
            <a:extLst>
              <a:ext uri="{FF2B5EF4-FFF2-40B4-BE49-F238E27FC236}">
                <a16:creationId xmlns:a16="http://schemas.microsoft.com/office/drawing/2014/main" id="{599CBE0A-BE40-C376-948D-2BB261233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F03D7501-0BA4-8354-65EB-77E3487B4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996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3">
            <a:extLst>
              <a:ext uri="{FF2B5EF4-FFF2-40B4-BE49-F238E27FC236}">
                <a16:creationId xmlns:a16="http://schemas.microsoft.com/office/drawing/2014/main" id="{0FD7FB50-D3B4-DC8C-6685-A52FCD8CF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Marcador de pie de página 4">
            <a:extLst>
              <a:ext uri="{FF2B5EF4-FFF2-40B4-BE49-F238E27FC236}">
                <a16:creationId xmlns:a16="http://schemas.microsoft.com/office/drawing/2014/main" id="{165ED710-8BE8-F228-C772-040D25DC6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3D1CA460-E5FC-F280-7E86-17A092889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5168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_tradnl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3">
            <a:extLst>
              <a:ext uri="{FF2B5EF4-FFF2-40B4-BE49-F238E27FC236}">
                <a16:creationId xmlns:a16="http://schemas.microsoft.com/office/drawing/2014/main" id="{37F00CF2-9E15-C008-B3F4-5145A88A5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Marcador de pie de página 4">
            <a:extLst>
              <a:ext uri="{FF2B5EF4-FFF2-40B4-BE49-F238E27FC236}">
                <a16:creationId xmlns:a16="http://schemas.microsoft.com/office/drawing/2014/main" id="{95629F73-6D30-40FA-73FF-46909321A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430C5A15-4BDA-D8C4-134E-05E87A80B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5430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BCB52F-89DB-B2E4-8DD4-082053EF7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7D5062-F655-8C3E-F3EA-8D57260D0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23E8B3-51DD-0BB7-4F86-807B82BEB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844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47373F-814D-6985-261F-4434A695E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5F03EB-84BB-6C03-F84E-FD59D97FC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B1BCD67-307C-481F-D371-A3E2F4708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545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Marcador de título 1">
            <a:extLst>
              <a:ext uri="{FF2B5EF4-FFF2-40B4-BE49-F238E27FC236}">
                <a16:creationId xmlns:a16="http://schemas.microsoft.com/office/drawing/2014/main" id="{22CE1866-D7FA-A2F8-67B4-D32C4422C7B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ES"/>
              <a:t>Clic para editar título</a:t>
            </a:r>
          </a:p>
        </p:txBody>
      </p:sp>
      <p:sp>
        <p:nvSpPr>
          <p:cNvPr id="1027" name="Marcador de texto 2">
            <a:extLst>
              <a:ext uri="{FF2B5EF4-FFF2-40B4-BE49-F238E27FC236}">
                <a16:creationId xmlns:a16="http://schemas.microsoft.com/office/drawing/2014/main" id="{1EB9D17A-05F5-247E-B255-077C9887D6A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ES"/>
              <a:t>Haga clic para modificar el estilo de texto del patrón</a:t>
            </a:r>
          </a:p>
          <a:p>
            <a:pPr lvl="1"/>
            <a:r>
              <a:rPr lang="es-ES_tradnl" altLang="es-ES"/>
              <a:t>Segundo nivel</a:t>
            </a:r>
          </a:p>
          <a:p>
            <a:pPr lvl="2"/>
            <a:r>
              <a:rPr lang="es-ES_tradnl" altLang="es-ES"/>
              <a:t>Tercer nivel</a:t>
            </a:r>
          </a:p>
          <a:p>
            <a:pPr lvl="3"/>
            <a:r>
              <a:rPr lang="es-ES_tradnl" altLang="es-ES"/>
              <a:t>Cuarto nivel</a:t>
            </a:r>
          </a:p>
          <a:p>
            <a:pPr lvl="4"/>
            <a:r>
              <a:rPr lang="es-ES_tradnl" alt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E7C0C2-2C0F-1A99-90AF-BE551A8800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Calibri" pitchFamily="-112" charset="0"/>
                <a:ea typeface="ＭＳ Ｐゴシック" pitchFamily="-112" charset="-128"/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1ACC12-BABC-29A0-67BD-19EF7CA027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-112" charset="0"/>
                <a:ea typeface="ＭＳ Ｐゴシック" pitchFamily="-112" charset="-128"/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BD61D6-A5EC-3984-8AC2-8F04261B43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943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65" charset="-128"/>
          <a:cs typeface="ＭＳ Ｐゴシック" pitchFamily="-65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ＭＳ Ｐゴシック" pitchFamily="-65" charset="-128"/>
          <a:cs typeface="ＭＳ Ｐゴシック" pitchFamily="-65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ＭＳ Ｐゴシック" pitchFamily="-65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pitchFamily="-65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ＭＳ Ｐゴシック" pitchFamily="-65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ＭＳ Ｐゴシック" pitchFamily="-65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Marcador de título 1">
            <a:extLst>
              <a:ext uri="{FF2B5EF4-FFF2-40B4-BE49-F238E27FC236}">
                <a16:creationId xmlns:a16="http://schemas.microsoft.com/office/drawing/2014/main" id="{22CE1866-D7FA-A2F8-67B4-D32C4422C7B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ES"/>
              <a:t>Clic para editar título</a:t>
            </a:r>
          </a:p>
        </p:txBody>
      </p:sp>
      <p:sp>
        <p:nvSpPr>
          <p:cNvPr id="1027" name="Marcador de texto 2">
            <a:extLst>
              <a:ext uri="{FF2B5EF4-FFF2-40B4-BE49-F238E27FC236}">
                <a16:creationId xmlns:a16="http://schemas.microsoft.com/office/drawing/2014/main" id="{1EB9D17A-05F5-247E-B255-077C9887D6A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ES"/>
              <a:t>Haga clic para modificar el estilo de texto del patrón</a:t>
            </a:r>
          </a:p>
          <a:p>
            <a:pPr lvl="1"/>
            <a:r>
              <a:rPr lang="es-ES_tradnl" altLang="es-ES"/>
              <a:t>Segundo nivel</a:t>
            </a:r>
          </a:p>
          <a:p>
            <a:pPr lvl="2"/>
            <a:r>
              <a:rPr lang="es-ES_tradnl" altLang="es-ES"/>
              <a:t>Tercer nivel</a:t>
            </a:r>
          </a:p>
          <a:p>
            <a:pPr lvl="3"/>
            <a:r>
              <a:rPr lang="es-ES_tradnl" altLang="es-ES"/>
              <a:t>Cuarto nivel</a:t>
            </a:r>
          </a:p>
          <a:p>
            <a:pPr lvl="4"/>
            <a:r>
              <a:rPr lang="es-ES_tradnl" alt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E7C0C2-2C0F-1A99-90AF-BE551A8800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Calibri" pitchFamily="-112" charset="0"/>
                <a:ea typeface="ＭＳ Ｐゴシック" pitchFamily="-112" charset="-128"/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1ACC12-BABC-29A0-67BD-19EF7CA027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-112" charset="0"/>
                <a:ea typeface="ＭＳ Ｐゴシック" pitchFamily="-112" charset="-128"/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BD61D6-A5EC-3984-8AC2-8F04261B43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633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65" charset="-128"/>
          <a:cs typeface="ＭＳ Ｐゴシック" pitchFamily="-65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ＭＳ Ｐゴシック" pitchFamily="-65" charset="-128"/>
          <a:cs typeface="ＭＳ Ｐゴシック" pitchFamily="-65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ＭＳ Ｐゴシック" pitchFamily="-65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pitchFamily="-65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ＭＳ Ｐゴシック" pitchFamily="-65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ＭＳ Ｐゴシック" pitchFamily="-65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bg1"/>
                </a:solidFill>
              </a:rPr>
              <a:t>Curso</a:t>
            </a:r>
            <a:r>
              <a:rPr dirty="0">
                <a:solidFill>
                  <a:schemeClr val="bg1"/>
                </a:solidFill>
              </a:rPr>
              <a:t> Doctorado UMU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b="1" dirty="0" err="1">
                <a:solidFill>
                  <a:schemeClr val="bg1"/>
                </a:solidFill>
              </a:rPr>
              <a:t>Elaboración</a:t>
            </a:r>
            <a:r>
              <a:rPr b="1" dirty="0">
                <a:solidFill>
                  <a:schemeClr val="bg1"/>
                </a:solidFill>
              </a:rPr>
              <a:t> y </a:t>
            </a:r>
            <a:r>
              <a:rPr b="1" dirty="0" err="1">
                <a:solidFill>
                  <a:schemeClr val="bg1"/>
                </a:solidFill>
              </a:rPr>
              <a:t>seguimiento</a:t>
            </a:r>
            <a:r>
              <a:rPr b="1" dirty="0">
                <a:solidFill>
                  <a:schemeClr val="bg1"/>
                </a:solidFill>
              </a:rPr>
              <a:t> de </a:t>
            </a:r>
            <a:r>
              <a:rPr b="1" dirty="0" err="1">
                <a:solidFill>
                  <a:schemeClr val="bg1"/>
                </a:solidFill>
              </a:rPr>
              <a:t>proyectos</a:t>
            </a:r>
            <a:r>
              <a:rPr b="1" dirty="0">
                <a:solidFill>
                  <a:schemeClr val="bg1"/>
                </a:solidFill>
              </a:rPr>
              <a:t> de </a:t>
            </a:r>
            <a:r>
              <a:rPr b="1" dirty="0" err="1">
                <a:solidFill>
                  <a:schemeClr val="bg1"/>
                </a:solidFill>
              </a:rPr>
              <a:t>investigación</a:t>
            </a:r>
            <a:r>
              <a:rPr b="1" dirty="0">
                <a:solidFill>
                  <a:schemeClr val="bg1"/>
                </a:solidFill>
              </a:rPr>
              <a:t> y </a:t>
            </a:r>
            <a:r>
              <a:rPr b="1" dirty="0" err="1">
                <a:solidFill>
                  <a:schemeClr val="bg1"/>
                </a:solidFill>
              </a:rPr>
              <a:t>transferencia</a:t>
            </a:r>
            <a:endParaRPr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s-ES" b="1" dirty="0">
              <a:solidFill>
                <a:schemeClr val="bg1"/>
              </a:solidFill>
            </a:endParaRPr>
          </a:p>
        </p:txBody>
      </p:sp>
      <p:sp>
        <p:nvSpPr>
          <p:cNvPr id="4" name="Título 5">
            <a:extLst>
              <a:ext uri="{FF2B5EF4-FFF2-40B4-BE49-F238E27FC236}">
                <a16:creationId xmlns:a16="http://schemas.microsoft.com/office/drawing/2014/main" id="{FE34637E-AFA7-0ACE-370E-269896EA8631}"/>
              </a:ext>
            </a:extLst>
          </p:cNvPr>
          <p:cNvSpPr txBox="1">
            <a:spLocks/>
          </p:cNvSpPr>
          <p:nvPr/>
        </p:nvSpPr>
        <p:spPr bwMode="auto">
          <a:xfrm>
            <a:off x="685800" y="3933825"/>
            <a:ext cx="8114386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_tradnl" altLang="es-E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Escuela Internacional de Doctorado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_tradnl" altLang="es-E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EIDUM</a:t>
            </a:r>
            <a:br>
              <a:rPr lang="es-ES_tradnl" altLang="es-E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ES_tradnl" altLang="es-ES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FD4FD4-ABBC-AE04-045D-30AD70C71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64BB4-A28E-8364-0E36-53EBA162E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bg1"/>
                </a:solidFill>
              </a:rPr>
              <a:t>Curso</a:t>
            </a:r>
            <a:r>
              <a:rPr dirty="0">
                <a:solidFill>
                  <a:schemeClr val="bg1"/>
                </a:solidFill>
              </a:rPr>
              <a:t> Doctorado UMU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F32C5-32F1-E09D-9E47-E072A6CF0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b="1" dirty="0" err="1">
                <a:solidFill>
                  <a:schemeClr val="bg1"/>
                </a:solidFill>
              </a:rPr>
              <a:t>Elaboración</a:t>
            </a:r>
            <a:r>
              <a:rPr b="1" dirty="0">
                <a:solidFill>
                  <a:schemeClr val="bg1"/>
                </a:solidFill>
              </a:rPr>
              <a:t> y </a:t>
            </a:r>
            <a:r>
              <a:rPr b="1" dirty="0" err="1">
                <a:solidFill>
                  <a:schemeClr val="bg1"/>
                </a:solidFill>
              </a:rPr>
              <a:t>seguimiento</a:t>
            </a:r>
            <a:r>
              <a:rPr b="1" dirty="0">
                <a:solidFill>
                  <a:schemeClr val="bg1"/>
                </a:solidFill>
              </a:rPr>
              <a:t> de </a:t>
            </a:r>
            <a:r>
              <a:rPr b="1" dirty="0" err="1">
                <a:solidFill>
                  <a:schemeClr val="bg1"/>
                </a:solidFill>
              </a:rPr>
              <a:t>proyectos</a:t>
            </a:r>
            <a:r>
              <a:rPr b="1" dirty="0">
                <a:solidFill>
                  <a:schemeClr val="bg1"/>
                </a:solidFill>
              </a:rPr>
              <a:t> de </a:t>
            </a:r>
            <a:r>
              <a:rPr b="1" dirty="0" err="1">
                <a:solidFill>
                  <a:schemeClr val="bg1"/>
                </a:solidFill>
              </a:rPr>
              <a:t>investigación</a:t>
            </a:r>
            <a:r>
              <a:rPr b="1" dirty="0">
                <a:solidFill>
                  <a:schemeClr val="bg1"/>
                </a:solidFill>
              </a:rPr>
              <a:t> y </a:t>
            </a:r>
            <a:r>
              <a:rPr b="1" dirty="0" err="1">
                <a:solidFill>
                  <a:schemeClr val="bg1"/>
                </a:solidFill>
              </a:rPr>
              <a:t>transferencia</a:t>
            </a:r>
            <a:endParaRPr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s-ES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b="1" dirty="0" err="1">
                <a:solidFill>
                  <a:schemeClr val="bg1"/>
                </a:solidFill>
              </a:rPr>
              <a:t>Resumen</a:t>
            </a:r>
            <a:r>
              <a:rPr b="1" dirty="0">
                <a:solidFill>
                  <a:schemeClr val="bg1"/>
                </a:solidFill>
              </a:rPr>
              <a:t> general</a:t>
            </a:r>
          </a:p>
        </p:txBody>
      </p:sp>
    </p:spTree>
    <p:extLst>
      <p:ext uri="{BB962C8B-B14F-4D97-AF65-F5344CB8AC3E}">
        <p14:creationId xmlns:p14="http://schemas.microsoft.com/office/powerpoint/2010/main" val="38216795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bg1"/>
                </a:solidFill>
              </a:rPr>
              <a:t>Convocatorias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Europeas: Horizon Europe, ERC, MSCA</a:t>
            </a:r>
          </a:p>
          <a:p>
            <a:r>
              <a:t>Estatales: PEICTI</a:t>
            </a:r>
          </a:p>
          <a:p>
            <a:r>
              <a:t>Regionales: Séneca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bg1"/>
                </a:solidFill>
              </a:rPr>
              <a:t>Tipos</a:t>
            </a:r>
            <a:r>
              <a:rPr dirty="0">
                <a:solidFill>
                  <a:schemeClr val="bg1"/>
                </a:solidFill>
              </a:rPr>
              <a:t> de </a:t>
            </a:r>
            <a:r>
              <a:rPr dirty="0" err="1">
                <a:solidFill>
                  <a:schemeClr val="bg1"/>
                </a:solidFill>
              </a:rPr>
              <a:t>investigación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orientada: conocimiento básico</a:t>
            </a:r>
          </a:p>
          <a:p>
            <a:r>
              <a:t>Orientada: resolución de problemas y aplicación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071" y="84443"/>
            <a:ext cx="8229600" cy="1143000"/>
          </a:xfrm>
        </p:spPr>
        <p:txBody>
          <a:bodyPr/>
          <a:lstStyle/>
          <a:p>
            <a:r>
              <a:rPr dirty="0" err="1">
                <a:solidFill>
                  <a:schemeClr val="bg1"/>
                </a:solidFill>
              </a:rPr>
              <a:t>Solicitud</a:t>
            </a:r>
            <a:r>
              <a:rPr dirty="0">
                <a:solidFill>
                  <a:schemeClr val="bg1"/>
                </a:solidFill>
              </a:rPr>
              <a:t> de </a:t>
            </a:r>
            <a:r>
              <a:rPr dirty="0" err="1">
                <a:solidFill>
                  <a:schemeClr val="bg1"/>
                </a:solidFill>
              </a:rPr>
              <a:t>proyectos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Institución, equipo, infraestructura</a:t>
            </a:r>
          </a:p>
          <a:p>
            <a:r>
              <a:t>Memoria científica: objetivos, metodología, plan de trabajo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331" y="160337"/>
            <a:ext cx="8229600" cy="1143000"/>
          </a:xfrm>
        </p:spPr>
        <p:txBody>
          <a:bodyPr/>
          <a:lstStyle/>
          <a:p>
            <a:r>
              <a:rPr dirty="0">
                <a:solidFill>
                  <a:schemeClr val="bg1"/>
                </a:solidFill>
              </a:rPr>
              <a:t>Impacto y </a:t>
            </a:r>
            <a:r>
              <a:rPr dirty="0" err="1">
                <a:solidFill>
                  <a:schemeClr val="bg1"/>
                </a:solidFill>
              </a:rPr>
              <a:t>difusión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Impacto científico, social y económico</a:t>
            </a:r>
          </a:p>
          <a:p>
            <a:r>
              <a:t>Plan de comunicación y divulgación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85" y="62497"/>
            <a:ext cx="8229600" cy="1143000"/>
          </a:xfrm>
        </p:spPr>
        <p:txBody>
          <a:bodyPr/>
          <a:lstStyle/>
          <a:p>
            <a:r>
              <a:rPr dirty="0" err="1">
                <a:solidFill>
                  <a:schemeClr val="bg1"/>
                </a:solidFill>
              </a:rPr>
              <a:t>Evaluación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Calidad y viabilidad</a:t>
            </a:r>
          </a:p>
          <a:p>
            <a:r>
              <a:t>Trayectoria del equipo</a:t>
            </a:r>
          </a:p>
          <a:p>
            <a:r>
              <a:t>Impacto y presupuesto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" y="69812"/>
            <a:ext cx="8229600" cy="1143000"/>
          </a:xfrm>
        </p:spPr>
        <p:txBody>
          <a:bodyPr/>
          <a:lstStyle/>
          <a:p>
            <a:r>
              <a:rPr dirty="0" err="1">
                <a:solidFill>
                  <a:schemeClr val="bg1"/>
                </a:solidFill>
              </a:rPr>
              <a:t>Ejecución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Gestión de personal</a:t>
            </a:r>
          </a:p>
          <a:p>
            <a:r>
              <a:t>Distribución de tareas (CRediT)</a:t>
            </a:r>
          </a:p>
          <a:p>
            <a:r>
              <a:t>Resultados: publicaciones, patentes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538" y="160337"/>
            <a:ext cx="8229600" cy="1143000"/>
          </a:xfrm>
        </p:spPr>
        <p:txBody>
          <a:bodyPr/>
          <a:lstStyle/>
          <a:p>
            <a:r>
              <a:rPr dirty="0" err="1">
                <a:solidFill>
                  <a:schemeClr val="bg1"/>
                </a:solidFill>
              </a:rPr>
              <a:t>Justificación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Justificación económica</a:t>
            </a:r>
          </a:p>
          <a:p>
            <a:r>
              <a:t>Informes científicos</a:t>
            </a:r>
          </a:p>
          <a:p>
            <a:r>
              <a:t>Evaluación final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33236"/>
            <a:ext cx="7055510" cy="1143000"/>
          </a:xfrm>
        </p:spPr>
        <p:txBody>
          <a:bodyPr/>
          <a:lstStyle/>
          <a:p>
            <a:r>
              <a:rPr dirty="0" err="1">
                <a:solidFill>
                  <a:schemeClr val="bg1"/>
                </a:solidFill>
              </a:rPr>
              <a:t>Seguridad</a:t>
            </a:r>
            <a:r>
              <a:rPr dirty="0">
                <a:solidFill>
                  <a:schemeClr val="bg1"/>
                </a:solidFill>
              </a:rPr>
              <a:t> en </a:t>
            </a:r>
            <a:r>
              <a:rPr dirty="0" err="1">
                <a:solidFill>
                  <a:schemeClr val="bg1"/>
                </a:solidFill>
              </a:rPr>
              <a:t>proyectos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 de seguridad y salud</a:t>
            </a:r>
          </a:p>
          <a:p>
            <a:r>
              <a:t>Identificación de riesgos</a:t>
            </a:r>
          </a:p>
          <a:p>
            <a:r>
              <a:t>Prevención y normativa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031382" cy="1143000"/>
          </a:xfrm>
        </p:spPr>
        <p:txBody>
          <a:bodyPr/>
          <a:lstStyle/>
          <a:p>
            <a:r>
              <a:rPr>
                <a:solidFill>
                  <a:schemeClr val="bg1"/>
                </a:solidFill>
              </a:rPr>
              <a:t>Recursos humanos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Contratación</a:t>
            </a:r>
          </a:p>
          <a:p>
            <a:r>
              <a:t>Carrera investigadora</a:t>
            </a:r>
          </a:p>
          <a:p>
            <a:r>
              <a:t>Normativa laboral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271175-E497-CD33-7AFB-D2B65474F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5EF34-6279-D694-C698-24302539B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bg1"/>
                </a:solidFill>
              </a:rPr>
              <a:t>Curso</a:t>
            </a:r>
            <a:r>
              <a:rPr dirty="0">
                <a:solidFill>
                  <a:schemeClr val="bg1"/>
                </a:solidFill>
              </a:rPr>
              <a:t> Doctorado UMU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5A38B-269F-5182-6217-00D4A0BDC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b="1" dirty="0" err="1">
                <a:solidFill>
                  <a:schemeClr val="bg1"/>
                </a:solidFill>
              </a:rPr>
              <a:t>Elaboración</a:t>
            </a:r>
            <a:r>
              <a:rPr b="1" dirty="0">
                <a:solidFill>
                  <a:schemeClr val="bg1"/>
                </a:solidFill>
              </a:rPr>
              <a:t> y </a:t>
            </a:r>
            <a:r>
              <a:rPr b="1" dirty="0" err="1">
                <a:solidFill>
                  <a:schemeClr val="bg1"/>
                </a:solidFill>
              </a:rPr>
              <a:t>seguimiento</a:t>
            </a:r>
            <a:r>
              <a:rPr b="1" dirty="0">
                <a:solidFill>
                  <a:schemeClr val="bg1"/>
                </a:solidFill>
              </a:rPr>
              <a:t> de </a:t>
            </a:r>
            <a:r>
              <a:rPr b="1" dirty="0" err="1">
                <a:solidFill>
                  <a:schemeClr val="bg1"/>
                </a:solidFill>
              </a:rPr>
              <a:t>proyectos</a:t>
            </a:r>
            <a:r>
              <a:rPr b="1" dirty="0">
                <a:solidFill>
                  <a:schemeClr val="bg1"/>
                </a:solidFill>
              </a:rPr>
              <a:t> de </a:t>
            </a:r>
            <a:r>
              <a:rPr b="1" dirty="0" err="1">
                <a:solidFill>
                  <a:schemeClr val="bg1"/>
                </a:solidFill>
              </a:rPr>
              <a:t>investigación</a:t>
            </a:r>
            <a:r>
              <a:rPr b="1" dirty="0">
                <a:solidFill>
                  <a:schemeClr val="bg1"/>
                </a:solidFill>
              </a:rPr>
              <a:t> y </a:t>
            </a:r>
            <a:r>
              <a:rPr b="1" dirty="0" err="1">
                <a:solidFill>
                  <a:schemeClr val="bg1"/>
                </a:solidFill>
              </a:rPr>
              <a:t>transferencia</a:t>
            </a:r>
            <a:endParaRPr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s-ES" b="1" dirty="0">
              <a:solidFill>
                <a:schemeClr val="bg1"/>
              </a:solidFill>
            </a:endParaRPr>
          </a:p>
        </p:txBody>
      </p:sp>
      <p:sp>
        <p:nvSpPr>
          <p:cNvPr id="4" name="Título 5">
            <a:extLst>
              <a:ext uri="{FF2B5EF4-FFF2-40B4-BE49-F238E27FC236}">
                <a16:creationId xmlns:a16="http://schemas.microsoft.com/office/drawing/2014/main" id="{8790AF6D-C250-5C33-8E5E-68ABA5A3C841}"/>
              </a:ext>
            </a:extLst>
          </p:cNvPr>
          <p:cNvSpPr txBox="1">
            <a:spLocks/>
          </p:cNvSpPr>
          <p:nvPr/>
        </p:nvSpPr>
        <p:spPr bwMode="auto">
          <a:xfrm>
            <a:off x="685800" y="3933825"/>
            <a:ext cx="8114386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_tradnl" altLang="es-E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Escuela Internacional de Doctorado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_tradnl" altLang="es-E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EIDUM</a:t>
            </a:r>
            <a:br>
              <a:rPr lang="es-ES_tradnl" altLang="es-E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ES_tradnl" altLang="es-ES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3735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165</Words>
  <Application>Microsoft Office PowerPoint</Application>
  <PresentationFormat>Presentación en pantalla (4:3)</PresentationFormat>
  <Paragraphs>45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ＭＳ Ｐゴシック</vt:lpstr>
      <vt:lpstr>Arial</vt:lpstr>
      <vt:lpstr>Calibri</vt:lpstr>
      <vt:lpstr>Times New Roman</vt:lpstr>
      <vt:lpstr>Tema de Office</vt:lpstr>
      <vt:lpstr>1_Tema de Office</vt:lpstr>
      <vt:lpstr>Curso Doctorado UMU</vt:lpstr>
      <vt:lpstr>Curso Doctorado UMU</vt:lpstr>
      <vt:lpstr>Convocatorias</vt:lpstr>
      <vt:lpstr>Tipos de investigación</vt:lpstr>
      <vt:lpstr>Solicitud de proyectos</vt:lpstr>
      <vt:lpstr>Impacto y difusión</vt:lpstr>
      <vt:lpstr>Evaluación</vt:lpstr>
      <vt:lpstr>Ejecución</vt:lpstr>
      <vt:lpstr>Justificación</vt:lpstr>
      <vt:lpstr>Seguridad en proyectos</vt:lpstr>
      <vt:lpstr>Recursos humanos</vt:lpstr>
      <vt:lpstr>Curso Doctorado UMU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Toñy</dc:creator>
  <cp:keywords/>
  <dc:description>generated using python-pptx</dc:description>
  <cp:lastModifiedBy>ANTONIA BAEZA CARACENA</cp:lastModifiedBy>
  <cp:revision>3</cp:revision>
  <dcterms:created xsi:type="dcterms:W3CDTF">2013-01-27T09:14:16Z</dcterms:created>
  <dcterms:modified xsi:type="dcterms:W3CDTF">2026-05-05T07:09:51Z</dcterms:modified>
  <cp:category/>
</cp:coreProperties>
</file>